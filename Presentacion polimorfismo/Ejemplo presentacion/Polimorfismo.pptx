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3E87A-9B73-4D3B-A528-659EEB32AAB4}" v="33" dt="2025-11-12T21:42:28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3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2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63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9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0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3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7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5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2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7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Degradado de humo de colores">
            <a:extLst>
              <a:ext uri="{FF2B5EF4-FFF2-40B4-BE49-F238E27FC236}">
                <a16:creationId xmlns:a16="http://schemas.microsoft.com/office/drawing/2014/main" id="{E0A9E3AA-701F-13AF-2F1B-D8599964AA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107" b="7624"/>
          <a:stretch>
            <a:fillRect/>
          </a:stretch>
        </p:blipFill>
        <p:spPr>
          <a:xfrm>
            <a:off x="-1" y="-3"/>
            <a:ext cx="12192001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BE6BEE-2B41-4184-760E-3414B1CFE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6602" y="1879666"/>
            <a:ext cx="8884324" cy="2450592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s-CO" sz="9800" b="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Bold ITC" panose="020B0907030504020204" pitchFamily="34" charset="0"/>
              </a:rPr>
              <a:t>Polimorfismo en Dart</a:t>
            </a:r>
            <a:endParaRPr lang="es-CO" b="0" i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Bold ITC" panose="020B09070305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D31490-B2C9-2C0A-2E6C-A793E30C21ED}"/>
              </a:ext>
            </a:extLst>
          </p:cNvPr>
          <p:cNvSpPr txBox="1"/>
          <p:nvPr/>
        </p:nvSpPr>
        <p:spPr>
          <a:xfrm>
            <a:off x="322272" y="5270962"/>
            <a:ext cx="4996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i="1" dirty="0"/>
              <a:t>Presentado por: Juan Felipe Nieto Contreras</a:t>
            </a:r>
            <a:br>
              <a:rPr lang="es-CO" b="1" i="1" dirty="0"/>
            </a:br>
            <a:r>
              <a:rPr lang="es-CO" b="1" i="1" dirty="0"/>
              <a:t>Ficha:3197814</a:t>
            </a:r>
          </a:p>
        </p:txBody>
      </p:sp>
    </p:spTree>
    <p:extLst>
      <p:ext uri="{BB962C8B-B14F-4D97-AF65-F5344CB8AC3E}">
        <p14:creationId xmlns:p14="http://schemas.microsoft.com/office/powerpoint/2010/main" val="958027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5F4F1-E6A4-9712-6BD1-5C9845CE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¿Qué es polimorfismo?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AF1E8E-934C-73E7-7582-1FDDE5671F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0525" y="2228671"/>
            <a:ext cx="100880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polimorfismo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la capacidad que tiene un objeto de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adoptar diferentes comportamientos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según su tipo real,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aunque sea tratado como una clase base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que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mismo método tenga distintas implementaciones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clases hijas.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basa en la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herencia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implementación de interfaces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8E04C0-4C04-9335-C270-5C7E6EA5F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4093387"/>
            <a:ext cx="101983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  <a:b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método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hacerSonido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puede ejecutarse distinto si el objeto es un 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Perro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un 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Gato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un 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Pájaro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00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B7609-BA6F-DF13-E713-FCEC231DC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Aplicación del Polimorfismo en Dart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BA6EAA-670C-0C13-BF96-63AFB2BA70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180" y="2228671"/>
            <a:ext cx="114556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crea una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 base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métodos genéricos.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clases hijas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heredan y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sobrescriben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esos métodos con 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@override</a:t>
            </a:r>
            <a:r>
              <a:rPr kumimoji="0" lang="es-CO" altLang="es-CO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usan referencias del tipo base para llamar métodos que se comportan diferente según el tipo real del objeto.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C7F1E26-2B9A-622B-CF1A-5F99DDE91F25}"/>
              </a:ext>
            </a:extLst>
          </p:cNvPr>
          <p:cNvSpPr txBox="1"/>
          <p:nvPr/>
        </p:nvSpPr>
        <p:spPr>
          <a:xfrm>
            <a:off x="368180" y="3612776"/>
            <a:ext cx="1078429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Ejemplo:</a:t>
            </a:r>
          </a:p>
          <a:p>
            <a:r>
              <a:rPr lang="es-CO" dirty="0" err="1"/>
              <a:t>class</a:t>
            </a:r>
            <a:r>
              <a:rPr lang="es-CO" dirty="0"/>
              <a:t> Animal {</a:t>
            </a:r>
          </a:p>
          <a:p>
            <a:r>
              <a:rPr lang="es-CO" dirty="0"/>
              <a:t>  </a:t>
            </a:r>
            <a:r>
              <a:rPr lang="es-CO" dirty="0" err="1"/>
              <a:t>void</a:t>
            </a:r>
            <a:r>
              <a:rPr lang="es-CO" dirty="0"/>
              <a:t> </a:t>
            </a:r>
            <a:r>
              <a:rPr lang="es-CO" dirty="0" err="1"/>
              <a:t>hacerSonido</a:t>
            </a:r>
            <a:r>
              <a:rPr lang="es-CO" dirty="0"/>
              <a:t>() { </a:t>
            </a:r>
            <a:r>
              <a:rPr lang="es-CO" dirty="0" err="1"/>
              <a:t>print</a:t>
            </a:r>
            <a:r>
              <a:rPr lang="es-CO" dirty="0"/>
              <a:t>("El animal hace un sonido."); }</a:t>
            </a:r>
          </a:p>
          <a:p>
            <a:r>
              <a:rPr lang="es-CO" dirty="0"/>
              <a:t>}</a:t>
            </a:r>
          </a:p>
          <a:p>
            <a:endParaRPr lang="es-CO" dirty="0"/>
          </a:p>
          <a:p>
            <a:r>
              <a:rPr lang="es-CO" dirty="0" err="1"/>
              <a:t>class</a:t>
            </a:r>
            <a:r>
              <a:rPr lang="es-CO" dirty="0"/>
              <a:t> Perro </a:t>
            </a:r>
            <a:r>
              <a:rPr lang="es-CO" dirty="0" err="1"/>
              <a:t>extends</a:t>
            </a:r>
            <a:r>
              <a:rPr lang="es-CO" dirty="0"/>
              <a:t> Animal {</a:t>
            </a:r>
          </a:p>
          <a:p>
            <a:r>
              <a:rPr lang="es-CO" dirty="0"/>
              <a:t>  @override</a:t>
            </a:r>
          </a:p>
          <a:p>
            <a:r>
              <a:rPr lang="es-CO" dirty="0"/>
              <a:t>  </a:t>
            </a:r>
            <a:r>
              <a:rPr lang="es-CO" dirty="0" err="1"/>
              <a:t>void</a:t>
            </a:r>
            <a:r>
              <a:rPr lang="es-CO" dirty="0"/>
              <a:t> </a:t>
            </a:r>
            <a:r>
              <a:rPr lang="es-CO" dirty="0" err="1"/>
              <a:t>hacerSonido</a:t>
            </a:r>
            <a:r>
              <a:rPr lang="es-CO" dirty="0"/>
              <a:t>() { </a:t>
            </a:r>
            <a:r>
              <a:rPr lang="es-CO" dirty="0" err="1"/>
              <a:t>print</a:t>
            </a:r>
            <a:r>
              <a:rPr lang="es-CO" dirty="0"/>
              <a:t>("El perro ladra."); }</a:t>
            </a:r>
          </a:p>
          <a:p>
            <a:r>
              <a:rPr lang="es-CO" dirty="0"/>
              <a:t>}</a:t>
            </a:r>
          </a:p>
          <a:p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//@override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indica que el método </a:t>
            </a:r>
            <a:r>
              <a:rPr kumimoji="0" lang="es-CO" altLang="es-CO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redefine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de la clase padre, creando un comportamiento específico.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7606192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196</Words>
  <Application>Microsoft Office PowerPoint</Application>
  <PresentationFormat>Panorámica</PresentationFormat>
  <Paragraphs>22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Unicode MS</vt:lpstr>
      <vt:lpstr>Bierstadt</vt:lpstr>
      <vt:lpstr>Eras Bold ITC</vt:lpstr>
      <vt:lpstr>GestaltVTI</vt:lpstr>
      <vt:lpstr>Polimorfismo en Dart</vt:lpstr>
      <vt:lpstr>¿Qué es polimorfismo?</vt:lpstr>
      <vt:lpstr>Aplicación del Polimorfismo en Dart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Polimorfismo</dc:title>
  <dc:creator>Juan Felipe Nieto Contreras</dc:creator>
  <cp:lastModifiedBy>Juan Felipe Nieto Contreras</cp:lastModifiedBy>
  <cp:revision>2</cp:revision>
  <dcterms:created xsi:type="dcterms:W3CDTF">2025-11-07T14:28:14Z</dcterms:created>
  <dcterms:modified xsi:type="dcterms:W3CDTF">2025-11-14T23:07:55Z</dcterms:modified>
</cp:coreProperties>
</file>